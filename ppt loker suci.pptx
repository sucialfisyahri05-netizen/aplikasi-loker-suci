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71800" cy="2971800"/>
          </a:xfrm>
          <a:prstGeom prst="ellipse">
            <a:avLst/>
          </a:prstGeom>
          <a:solidFill>
            <a:srgbClr val="FAD2E2"/>
          </a:solidFill>
          <a:ln w="12700">
            <a:solidFill>
              <a:srgbClr val="FAD2E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06256" y="3447288"/>
            <a:ext cx="3246120" cy="3246120"/>
          </a:xfrm>
          <a:prstGeom prst="ellipse">
            <a:avLst/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0"/>
            <a:ext cx="1234440" cy="1234440"/>
          </a:xfrm>
          <a:prstGeom prst="ellipse">
            <a:avLst/>
          </a:prstGeom>
          <a:solidFill>
            <a:srgbClr val="FFF7FA"/>
          </a:solidFill>
          <a:ln w="12700">
            <a:solidFill>
              <a:srgbClr val="FFF7F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914400"/>
            <a:ext cx="1371600" cy="402336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98755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618488"/>
            <a:ext cx="603504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13816" y="397764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Temukan peluang, mulai perjalanan kariermu.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13816" y="4919472"/>
            <a:ext cx="3063240" cy="347472"/>
          </a:xfrm>
          <a:prstGeom prst="roundRect">
            <a:avLst>
              <a:gd name="adj" fmla="val 447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969764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 Lowongan Kerja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611733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PRESENTASI PROYEK  •  JAVA + XML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768096"/>
            <a:ext cx="2889504" cy="5449824"/>
          </a:xfrm>
          <a:prstGeom prst="roundRect">
            <a:avLst>
              <a:gd name="adj" fmla="val 9494"/>
            </a:avLst>
          </a:prstGeom>
          <a:solidFill>
            <a:srgbClr val="322B35"/>
          </a:solidFill>
          <a:ln w="12700">
            <a:solidFill>
              <a:srgbClr val="322B3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07908" y="877824"/>
            <a:ext cx="2715768" cy="5230368"/>
          </a:xfrm>
          <a:prstGeom prst="roundRect">
            <a:avLst>
              <a:gd name="adj" fmla="val 7407"/>
            </a:avLst>
          </a:prstGeom>
          <a:solidFill>
            <a:srgbClr val="FFF9FB"/>
          </a:solidFill>
          <a:ln w="12700">
            <a:solidFill>
              <a:srgbClr val="FFF9F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61261" y="822960"/>
            <a:ext cx="809061" cy="50292"/>
          </a:xfrm>
          <a:prstGeom prst="roundRect">
            <a:avLst>
              <a:gd name="adj" fmla="val 36364"/>
            </a:avLst>
          </a:prstGeom>
          <a:solidFill>
            <a:srgbClr val="322B35"/>
          </a:solidFill>
          <a:ln w="12700">
            <a:solidFill>
              <a:srgbClr val="322B3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58784" y="1417320"/>
            <a:ext cx="2414016" cy="822960"/>
          </a:xfrm>
          <a:prstGeom prst="roundRect">
            <a:avLst>
              <a:gd name="adj" fmla="val 20000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0808" y="1517904"/>
            <a:ext cx="2039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 ♡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32520" y="1819656"/>
            <a:ext cx="20665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Temukan kerja impianmu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58784" y="2423160"/>
            <a:ext cx="2414016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23376" y="2560320"/>
            <a:ext cx="1993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Cari pekerjaan...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58784" y="3044952"/>
            <a:ext cx="2414016" cy="1024128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95944" y="3191256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59952" y="321868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363456" y="31546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Staff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63456" y="343814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 Maju Bersama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9363456" y="36667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Medan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9811512" y="3785616"/>
            <a:ext cx="987552" cy="347472"/>
          </a:xfrm>
          <a:prstGeom prst="roundRect">
            <a:avLst>
              <a:gd name="adj" fmla="val 44737"/>
            </a:avLst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93808" y="38359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05088" y="38313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Rp3–4,5 jt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8558784" y="4242816"/>
            <a:ext cx="2414016" cy="1024128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95944" y="4389120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9952" y="441655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363456" y="435254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Marketing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363456" y="46360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 Kreatif Digital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9363456" y="48646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9811512" y="4983480"/>
            <a:ext cx="987552" cy="347472"/>
          </a:xfrm>
          <a:prstGeom prst="roundRect">
            <a:avLst>
              <a:gd name="adj" fmla="val 44737"/>
            </a:avLst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93808" y="50337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Jarak jauh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05088" y="50292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Rp3,5–6 jt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3072" y="0"/>
            <a:ext cx="1280160" cy="128016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932688" cy="93268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2296" cy="320040"/>
          </a:xfrm>
          <a:prstGeom prst="roundRect">
            <a:avLst>
              <a:gd name="adj" fmla="val 44444"/>
            </a:avLst>
          </a:prstGeom>
          <a:solidFill>
            <a:srgbClr val="A64D75"/>
          </a:solidFill>
          <a:ln w="12700">
            <a:solidFill>
              <a:srgbClr val="A6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29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LATAR BELAKANG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6473952"/>
            <a:ext cx="10945368" cy="0"/>
          </a:xfrm>
          <a:prstGeom prst="line">
            <a:avLst/>
          </a:prstGeom>
          <a:noFill/>
          <a:ln w="10160">
            <a:solidFill>
              <a:srgbClr val="F0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APLIKASI • JAVA + XML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9692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MENGAPA DIBUTUHKAN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Mencari kerja seharusnya lebih sederhana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" y="21671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lowongan sering tersebar di banyak tempat, sehingga pencari kerja membutuhkan akses yang lebih praktis dan mudah dipahami.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512" y="3063240"/>
            <a:ext cx="3566160" cy="221284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328416"/>
            <a:ext cx="621792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3787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" y="3813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tersebar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5256" y="4261104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 kerja harus berpindah-pindah sumber untuk membandingkan peluang.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44568" y="3063240"/>
            <a:ext cx="3566160" cy="221284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3328416"/>
            <a:ext cx="621792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33787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82312" y="3813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kurang jelas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82312" y="4261104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Posisi, lokasi, kisaran gaji, dan kualifikasi perlu ditampilkan ringkas.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21624" y="3063240"/>
            <a:ext cx="3566160" cy="221284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50224" y="3328416"/>
            <a:ext cx="621792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33787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59368" y="3813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Pencarian memakan waktu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659368" y="4261104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Diperlukan pencarian cepat berdasarkan posisi, perusahaan, atau kota.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3072" y="0"/>
            <a:ext cx="1280160" cy="128016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932688" cy="93268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2296" cy="320040"/>
          </a:xfrm>
          <a:prstGeom prst="roundRect">
            <a:avLst>
              <a:gd name="adj" fmla="val 44444"/>
            </a:avLst>
          </a:prstGeom>
          <a:solidFill>
            <a:srgbClr val="A64D75"/>
          </a:solidFill>
          <a:ln w="12700">
            <a:solidFill>
              <a:srgbClr val="A6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29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SOLUSI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6473952"/>
            <a:ext cx="10945368" cy="0"/>
          </a:xfrm>
          <a:prstGeom prst="line">
            <a:avLst/>
          </a:prstGeom>
          <a:noFill/>
          <a:ln w="10160">
            <a:solidFill>
              <a:srgbClr val="F0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APLIKASI • JAVA + XML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9692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GAGASAN APLIKASI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ruang untuk menjelajahi peluang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" y="21671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 dirancang sebagai prototipe aplikasi Android yang memudahkan pengguna mencari dan memahami informasi pekerjaan.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971800"/>
            <a:ext cx="6995160" cy="2606040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34670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 ♡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87552" y="4005072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 • Baca detail • Simulasikan lamaran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87552" y="459028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Antarmuka pastel, alur sederhana, dan kartu pekerjaan yang mudah dipindai.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75320" y="3264408"/>
            <a:ext cx="466344" cy="466344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79408" y="3264408"/>
            <a:ext cx="466344" cy="466344"/>
          </a:xfrm>
          <a:prstGeom prst="ellipse">
            <a:avLst/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83496" y="3264408"/>
            <a:ext cx="466344" cy="466344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4E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3867912"/>
            <a:ext cx="3017520" cy="1737360"/>
          </a:xfrm>
          <a:prstGeom prst="roundRect">
            <a:avLst>
              <a:gd name="adj" fmla="val 11579"/>
            </a:avLst>
          </a:prstGeom>
          <a:solidFill>
            <a:srgbClr val="FFF0F5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41970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langkah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8540496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login ke detail lowongan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3072" y="0"/>
            <a:ext cx="1280160" cy="128016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932688" cy="93268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2296" cy="320040"/>
          </a:xfrm>
          <a:prstGeom prst="roundRect">
            <a:avLst>
              <a:gd name="adj" fmla="val 44444"/>
            </a:avLst>
          </a:prstGeom>
          <a:solidFill>
            <a:srgbClr val="A64D75"/>
          </a:solidFill>
          <a:ln w="12700">
            <a:solidFill>
              <a:srgbClr val="A6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29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PENGGUNA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6473952"/>
            <a:ext cx="10945368" cy="0"/>
          </a:xfrm>
          <a:prstGeom prst="line">
            <a:avLst/>
          </a:prstGeom>
          <a:noFill/>
          <a:ln w="10160">
            <a:solidFill>
              <a:srgbClr val="F0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APLIKASI • JAVA + XML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9692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PENGGUNA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Dirancang untuk pencari kerja pemula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" y="21671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dan pilihan tampilan dibuat mudah dipahami, termasuk bagi pengguna yang baru pertama kali memakai aplikasi pencarian lowongan.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2871216"/>
            <a:ext cx="10698480" cy="90525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" y="3081528"/>
            <a:ext cx="438912" cy="438912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081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27632" y="3017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graduate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45152" y="302666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Mencari pekerjaan pertama berdasarkan minat, lokasi, dan persyaratan.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" y="3950208"/>
            <a:ext cx="10698480" cy="90525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4160520"/>
            <a:ext cx="438912" cy="438912"/>
          </a:xfrm>
          <a:prstGeom prst="ellipse">
            <a:avLst/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160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27632" y="40965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 kerja aktif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645152" y="410565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Membandingkan posisi serta informasi lowongan yang tersedia.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" y="5029200"/>
            <a:ext cx="10698480" cy="90525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5239512"/>
            <a:ext cx="438912" cy="438912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4E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5239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27632" y="51755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Pengguna mobile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645152" y="518464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Mengakses informasi dari ponsel Android dengan tampilan ringkas.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3072" y="0"/>
            <a:ext cx="1280160" cy="128016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932688" cy="93268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2296" cy="320040"/>
          </a:xfrm>
          <a:prstGeom prst="roundRect">
            <a:avLst>
              <a:gd name="adj" fmla="val 44444"/>
            </a:avLst>
          </a:prstGeom>
          <a:solidFill>
            <a:srgbClr val="A64D75"/>
          </a:solidFill>
          <a:ln w="12700">
            <a:solidFill>
              <a:srgbClr val="A6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29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6473952"/>
            <a:ext cx="10945368" cy="0"/>
          </a:xfrm>
          <a:prstGeom prst="line">
            <a:avLst/>
          </a:prstGeom>
          <a:noFill/>
          <a:ln w="10160">
            <a:solidFill>
              <a:srgbClr val="F0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APLIKASI • JAVA + XML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9692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FITUR INTI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membuat akun hingga melihat detail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" y="21671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mengutamakan alur yang mudah dipelajari dan diterapkan menggunakan Java serta Android XML.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512" y="2816352"/>
            <a:ext cx="3602736" cy="1243584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" y="2980944"/>
            <a:ext cx="594360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31236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81912" y="2953512"/>
            <a:ext cx="2432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Daftar akun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7824" y="346557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Nama, email, password dan validasi.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35424" y="2816352"/>
            <a:ext cx="3602736" cy="1243584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8304" y="2980944"/>
            <a:ext cx="594360" cy="347472"/>
          </a:xfrm>
          <a:prstGeom prst="roundRect">
            <a:avLst>
              <a:gd name="adj" fmla="val 44737"/>
            </a:avLst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031236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9824" y="2953512"/>
            <a:ext cx="2432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 &amp; keluar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45736" y="346557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akun demo lokal dan logout.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03336" y="2816352"/>
            <a:ext cx="3602736" cy="1243584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86216" y="2980944"/>
            <a:ext cx="594360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68512" y="3031236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17736" y="2953512"/>
            <a:ext cx="2432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Beranda loker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613648" y="346557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Kartu pekerjaan dengan informasi utama.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" y="4224528"/>
            <a:ext cx="3602736" cy="1243584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" y="4389120"/>
            <a:ext cx="594360" cy="347472"/>
          </a:xfrm>
          <a:prstGeom prst="roundRect">
            <a:avLst>
              <a:gd name="adj" fmla="val 44737"/>
            </a:avLst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4439412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81912" y="4361688"/>
            <a:ext cx="2432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Pencarian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77824" y="48737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posisi, perusahaan, dan lokasi.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35424" y="4224528"/>
            <a:ext cx="3602736" cy="1243584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18304" y="4389120"/>
            <a:ext cx="594360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439412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9824" y="4361688"/>
            <a:ext cx="2432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pekerjaan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745736" y="48737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Gaji, jenis kerja, tugas, dan kualifikasi.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03336" y="4224528"/>
            <a:ext cx="3602736" cy="1243584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86216" y="4389120"/>
            <a:ext cx="594360" cy="347472"/>
          </a:xfrm>
          <a:prstGeom prst="roundRect">
            <a:avLst>
              <a:gd name="adj" fmla="val 44737"/>
            </a:avLst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68512" y="4439412"/>
            <a:ext cx="429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17736" y="4361688"/>
            <a:ext cx="2432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Lamar (demo)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613648" y="48737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Dialog konfirmasi tanpa pengiriman nyata.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3072" y="0"/>
            <a:ext cx="1280160" cy="128016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932688" cy="93268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2296" cy="320040"/>
          </a:xfrm>
          <a:prstGeom prst="roundRect">
            <a:avLst>
              <a:gd name="adj" fmla="val 44444"/>
            </a:avLst>
          </a:prstGeom>
          <a:solidFill>
            <a:srgbClr val="A64D75"/>
          </a:solidFill>
          <a:ln w="12700">
            <a:solidFill>
              <a:srgbClr val="A6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29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&amp; REGISTER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6473952"/>
            <a:ext cx="10945368" cy="0"/>
          </a:xfrm>
          <a:prstGeom prst="line">
            <a:avLst/>
          </a:prstGeom>
          <a:noFill/>
          <a:ln w="10160">
            <a:solidFill>
              <a:srgbClr val="F0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APLIKASI • JAVA + XML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9692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ANTARMUKA PENGGUNA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 dengan nyaman, daftar dengan mudah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" y="21671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 halaman pertama menjadi pintu masuk pengguna sebelum menjelajahi lowongan.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07592" y="2880360"/>
            <a:ext cx="2852928" cy="3227832"/>
          </a:xfrm>
          <a:prstGeom prst="roundRect">
            <a:avLst>
              <a:gd name="adj" fmla="val 9615"/>
            </a:avLst>
          </a:prstGeom>
          <a:solidFill>
            <a:srgbClr val="322B35"/>
          </a:solidFill>
          <a:ln w="12700">
            <a:solidFill>
              <a:srgbClr val="322B3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94460" y="2990088"/>
            <a:ext cx="2679192" cy="3008376"/>
          </a:xfrm>
          <a:prstGeom prst="roundRect">
            <a:avLst>
              <a:gd name="adj" fmla="val 7509"/>
            </a:avLst>
          </a:prstGeom>
          <a:solidFill>
            <a:srgbClr val="FFF9FB"/>
          </a:solidFill>
          <a:ln w="12700">
            <a:solidFill>
              <a:srgbClr val="FFF9F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4646" y="2935224"/>
            <a:ext cx="798820" cy="50292"/>
          </a:xfrm>
          <a:prstGeom prst="roundRect">
            <a:avLst>
              <a:gd name="adj" fmla="val 36364"/>
            </a:avLst>
          </a:prstGeom>
          <a:solidFill>
            <a:srgbClr val="322B35"/>
          </a:solidFill>
          <a:ln w="12700">
            <a:solidFill>
              <a:srgbClr val="322B3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880360"/>
            <a:ext cx="2852928" cy="3227832"/>
          </a:xfrm>
          <a:prstGeom prst="roundRect">
            <a:avLst>
              <a:gd name="adj" fmla="val 9615"/>
            </a:avLst>
          </a:prstGeom>
          <a:solidFill>
            <a:srgbClr val="322B35"/>
          </a:solidFill>
          <a:ln w="12700">
            <a:solidFill>
              <a:srgbClr val="322B3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1748" y="2990088"/>
            <a:ext cx="2679192" cy="3008376"/>
          </a:xfrm>
          <a:prstGeom prst="roundRect">
            <a:avLst>
              <a:gd name="adj" fmla="val 7509"/>
            </a:avLst>
          </a:prstGeom>
          <a:solidFill>
            <a:srgbClr val="FFF9FB"/>
          </a:solidFill>
          <a:ln w="12700">
            <a:solidFill>
              <a:srgbClr val="FFF9F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81934" y="2935224"/>
            <a:ext cx="798820" cy="50292"/>
          </a:xfrm>
          <a:prstGeom prst="roundRect">
            <a:avLst>
              <a:gd name="adj" fmla="val 36364"/>
            </a:avLst>
          </a:prstGeom>
          <a:solidFill>
            <a:srgbClr val="322B35"/>
          </a:solidFill>
          <a:ln w="12700">
            <a:solidFill>
              <a:srgbClr val="322B3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9344" y="3282696"/>
            <a:ext cx="2249424" cy="512064"/>
          </a:xfrm>
          <a:prstGeom prst="roundRect">
            <a:avLst>
              <a:gd name="adj" fmla="val 19643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3392424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 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9344" y="3950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Back!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09344" y="4425696"/>
            <a:ext cx="2240280" cy="329184"/>
          </a:xfrm>
          <a:prstGeom prst="roundRect">
            <a:avLst>
              <a:gd name="adj" fmla="val 22222"/>
            </a:avLst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9344" y="4873752"/>
            <a:ext cx="2240280" cy="329184"/>
          </a:xfrm>
          <a:prstGeom prst="roundRect">
            <a:avLst>
              <a:gd name="adj" fmla="val 22222"/>
            </a:avLst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9344" y="5413248"/>
            <a:ext cx="2240280" cy="384048"/>
          </a:xfrm>
          <a:prstGeom prst="roundRect">
            <a:avLst>
              <a:gd name="adj" fmla="val 28571"/>
            </a:avLst>
          </a:prstGeom>
          <a:solidFill>
            <a:srgbClr val="F7B9D0"/>
          </a:solidFill>
          <a:ln w="12700">
            <a:solidFill>
              <a:srgbClr val="F7B9D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550468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01768" y="3264408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Buat akun ♡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0056" y="3712464"/>
            <a:ext cx="2212848" cy="320040"/>
          </a:xfrm>
          <a:prstGeom prst="roundRect">
            <a:avLst>
              <a:gd name="adj" fmla="val 22857"/>
            </a:avLst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0056" y="4187952"/>
            <a:ext cx="2212848" cy="320040"/>
          </a:xfrm>
          <a:prstGeom prst="roundRect">
            <a:avLst>
              <a:gd name="adj" fmla="val 22857"/>
            </a:avLst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0056" y="4663440"/>
            <a:ext cx="2212848" cy="320040"/>
          </a:xfrm>
          <a:prstGeom prst="roundRect">
            <a:avLst>
              <a:gd name="adj" fmla="val 22857"/>
            </a:avLst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0056" y="5138928"/>
            <a:ext cx="2212848" cy="320040"/>
          </a:xfrm>
          <a:prstGeom prst="roundRect">
            <a:avLst>
              <a:gd name="adj" fmla="val 22857"/>
            </a:avLst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0056" y="5669280"/>
            <a:ext cx="2212848" cy="347472"/>
          </a:xfrm>
          <a:prstGeom prst="roundRect">
            <a:avLst>
              <a:gd name="adj" fmla="val 26316"/>
            </a:avLst>
          </a:prstGeom>
          <a:solidFill>
            <a:srgbClr val="F7B9D0"/>
          </a:solidFill>
          <a:ln w="12700">
            <a:solidFill>
              <a:srgbClr val="F7B9D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32704" y="576072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DAFTAR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10728" y="3127248"/>
            <a:ext cx="3273552" cy="2624328"/>
          </a:xfrm>
          <a:prstGeom prst="roundRect">
            <a:avLst>
              <a:gd name="adj" fmla="val 7666"/>
            </a:avLst>
          </a:prstGeom>
          <a:solidFill>
            <a:srgbClr val="FFF0F5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8472" y="3502152"/>
            <a:ext cx="2734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dasar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357616" y="3968496"/>
            <a:ext cx="2779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Email berformat benar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Password minimal 8 karakter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Konfirmasi password cocok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Akun demo tersimpan lokal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3072" y="0"/>
            <a:ext cx="1280160" cy="128016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932688" cy="93268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2296" cy="320040"/>
          </a:xfrm>
          <a:prstGeom prst="roundRect">
            <a:avLst>
              <a:gd name="adj" fmla="val 44444"/>
            </a:avLst>
          </a:prstGeom>
          <a:solidFill>
            <a:srgbClr val="A64D75"/>
          </a:solidFill>
          <a:ln w="12700">
            <a:solidFill>
              <a:srgbClr val="A6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29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BERANDA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6473952"/>
            <a:ext cx="10945368" cy="0"/>
          </a:xfrm>
          <a:prstGeom prst="line">
            <a:avLst/>
          </a:prstGeom>
          <a:noFill/>
          <a:ln w="10160">
            <a:solidFill>
              <a:srgbClr val="F0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APLIKASI • JAVA + XML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9692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JELAJAHI PEKERJAAN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penting dalam satu kartu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" y="21671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Pencarian langsung memfilter data contoh berdasarkan posisi, perusahaan, atau lokasi.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889504"/>
            <a:ext cx="4754880" cy="2715768"/>
          </a:xfrm>
          <a:prstGeom prst="roundRect">
            <a:avLst>
              <a:gd name="adj" fmla="val 7407"/>
            </a:avLst>
          </a:prstGeom>
          <a:solidFill>
            <a:srgbClr val="FCE4EC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27832"/>
            <a:ext cx="4069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 peluangmu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987552" y="3831336"/>
            <a:ext cx="4242816" cy="521208"/>
          </a:xfrm>
          <a:prstGeom prst="roundRect">
            <a:avLst>
              <a:gd name="adj" fmla="val 192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9576" y="395020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 Admin, perusahaan, atau kota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4818888"/>
            <a:ext cx="4023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“Admin” → Admin Staff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43016" y="2944368"/>
            <a:ext cx="5440680" cy="1024128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0176" y="3090672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44184" y="311810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647688" y="3054096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Staff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47688" y="3337560"/>
            <a:ext cx="4535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 Maju Bersama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6647688" y="3566160"/>
            <a:ext cx="45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Medan, Sumatera Utara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10122408" y="3685032"/>
            <a:ext cx="987552" cy="347472"/>
          </a:xfrm>
          <a:prstGeom prst="roundRect">
            <a:avLst>
              <a:gd name="adj" fmla="val 44737"/>
            </a:avLst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04704" y="37353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3730752"/>
            <a:ext cx="4032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Rp3–4,5 juta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5843016" y="4160520"/>
            <a:ext cx="5440680" cy="1024128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0176" y="4306824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43342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6647688" y="4270248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Marketing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47688" y="4553712"/>
            <a:ext cx="4535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 Kreatif Digital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6647688" y="4782312"/>
            <a:ext cx="45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10122408" y="4901184"/>
            <a:ext cx="987552" cy="347472"/>
          </a:xfrm>
          <a:prstGeom prst="roundRect">
            <a:avLst>
              <a:gd name="adj" fmla="val 44737"/>
            </a:avLst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04704" y="49514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4946904"/>
            <a:ext cx="4032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Rp3,5–6 juta</a:t>
            </a:r>
            <a:endParaRPr lang="en-US" sz="9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3072" y="0"/>
            <a:ext cx="1280160" cy="128016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932688" cy="93268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2296" cy="320040"/>
          </a:xfrm>
          <a:prstGeom prst="roundRect">
            <a:avLst>
              <a:gd name="adj" fmla="val 44444"/>
            </a:avLst>
          </a:prstGeom>
          <a:solidFill>
            <a:srgbClr val="A64D75"/>
          </a:solidFill>
          <a:ln w="12700">
            <a:solidFill>
              <a:srgbClr val="A6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29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LOWONGAN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6473952"/>
            <a:ext cx="10945368" cy="0"/>
          </a:xfrm>
          <a:prstGeom prst="line">
            <a:avLst/>
          </a:prstGeom>
          <a:noFill/>
          <a:ln w="10160">
            <a:solidFill>
              <a:srgbClr val="F0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APLIKASI • JAVA + XML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9692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LENGKAP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Baca detail sebelum memutuskan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" y="21671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Halaman detail membantu pengguna melihat informasi pekerjaan secara lebih terstruktur.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" y="2862072"/>
            <a:ext cx="6601968" cy="3154680"/>
          </a:xfrm>
          <a:prstGeom prst="roundRect">
            <a:avLst>
              <a:gd name="adj" fmla="val 6377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" y="3127248"/>
            <a:ext cx="1261872" cy="347472"/>
          </a:xfrm>
          <a:prstGeom prst="roundRect">
            <a:avLst>
              <a:gd name="adj" fmla="val 44737"/>
            </a:avLst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775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3602736"/>
            <a:ext cx="5623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Staff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87552" y="4151376"/>
            <a:ext cx="5687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 Maju Bersama   •   Medan, Sumatera Utara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87552" y="4636008"/>
            <a:ext cx="5980176" cy="0"/>
          </a:xfrm>
          <a:prstGeom prst="line">
            <a:avLst/>
          </a:prstGeom>
          <a:noFill/>
          <a:ln w="12700">
            <a:solidFill>
              <a:srgbClr val="F0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892040"/>
            <a:ext cx="5614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Rp3.000.000 – Rp4.500.000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7552" y="5394960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Deskripsi &amp; persyaratan dapat dibaca lebih lanjut.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35240" y="2971800"/>
            <a:ext cx="3794760" cy="2679192"/>
          </a:xfrm>
          <a:prstGeom prst="roundRect">
            <a:avLst>
              <a:gd name="adj" fmla="val 7509"/>
            </a:avLst>
          </a:prstGeom>
          <a:solidFill>
            <a:srgbClr val="FFF0F5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82128" y="3346704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Lamar Sekarang 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882128" y="3950208"/>
            <a:ext cx="3172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Tombol membuka konfirmasi simulasi, bukan mengirim lamaran ke perusahaan.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00416" y="5111496"/>
            <a:ext cx="1609344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82712" y="516178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DEMO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3072" y="0"/>
            <a:ext cx="1280160" cy="128016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932688" cy="93268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2296" cy="320040"/>
          </a:xfrm>
          <a:prstGeom prst="roundRect">
            <a:avLst>
              <a:gd name="adj" fmla="val 44444"/>
            </a:avLst>
          </a:prstGeom>
          <a:solidFill>
            <a:srgbClr val="A64D75"/>
          </a:solidFill>
          <a:ln w="12700">
            <a:solidFill>
              <a:srgbClr val="A6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29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SISTEM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6473952"/>
            <a:ext cx="10945368" cy="0"/>
          </a:xfrm>
          <a:prstGeom prst="line">
            <a:avLst/>
          </a:prstGeom>
          <a:noFill/>
          <a:ln w="10160">
            <a:solidFill>
              <a:srgbClr val="F0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APLIKASI • JAVA + XML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9692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PERJALANAN PENGGUNA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navigasi aplikasi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" y="21671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layar saling terhubung menggunakan Intent pada Android.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512" y="3099816"/>
            <a:ext cx="2039112" cy="1435608"/>
          </a:xfrm>
          <a:prstGeom prst="roundRect">
            <a:avLst>
              <a:gd name="adj" fmla="val 14013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319272"/>
            <a:ext cx="557784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369564"/>
            <a:ext cx="39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" y="3822192"/>
            <a:ext cx="1673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70632" y="3630168"/>
            <a:ext cx="274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008376" y="3099816"/>
            <a:ext cx="2039112" cy="1435608"/>
          </a:xfrm>
          <a:prstGeom prst="roundRect">
            <a:avLst>
              <a:gd name="adj" fmla="val 14013"/>
            </a:avLst>
          </a:prstGeom>
          <a:solidFill>
            <a:srgbClr val="FFF0F5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9544" y="3319272"/>
            <a:ext cx="557784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369564"/>
            <a:ext cx="39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91256" y="3822192"/>
            <a:ext cx="1673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Register*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11496" y="3630168"/>
            <a:ext cx="274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349240" y="3099816"/>
            <a:ext cx="2039112" cy="1435608"/>
          </a:xfrm>
          <a:prstGeom prst="roundRect">
            <a:avLst>
              <a:gd name="adj" fmla="val 14013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0408" y="3319272"/>
            <a:ext cx="557784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2704" y="3369564"/>
            <a:ext cx="39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3822192"/>
            <a:ext cx="1673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Beranda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52360" y="3630168"/>
            <a:ext cx="274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690104" y="3099816"/>
            <a:ext cx="2039112" cy="1435608"/>
          </a:xfrm>
          <a:prstGeom prst="roundRect">
            <a:avLst>
              <a:gd name="adj" fmla="val 14013"/>
            </a:avLst>
          </a:prstGeom>
          <a:solidFill>
            <a:srgbClr val="FFF0F5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91272" y="3319272"/>
            <a:ext cx="557784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73568" y="3369564"/>
            <a:ext cx="39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72984" y="3822192"/>
            <a:ext cx="1673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93224" y="3630168"/>
            <a:ext cx="274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10030968" y="3099816"/>
            <a:ext cx="2039112" cy="1435608"/>
          </a:xfrm>
          <a:prstGeom prst="roundRect">
            <a:avLst>
              <a:gd name="adj" fmla="val 14013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32136" y="3319272"/>
            <a:ext cx="557784" cy="347472"/>
          </a:xfrm>
          <a:prstGeom prst="roundRect">
            <a:avLst>
              <a:gd name="adj" fmla="val 44737"/>
            </a:avLst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14432" y="3369564"/>
            <a:ext cx="39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13848" y="3822192"/>
            <a:ext cx="1673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Lamar demo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3232" y="5138928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Pengguna baru melakukan pendaftaran terlebih dahulu, lalu kembali ke halaman Login.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3072" y="0"/>
            <a:ext cx="1280160" cy="128016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932688" cy="93268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2296" cy="320040"/>
          </a:xfrm>
          <a:prstGeom prst="roundRect">
            <a:avLst>
              <a:gd name="adj" fmla="val 44444"/>
            </a:avLst>
          </a:prstGeom>
          <a:solidFill>
            <a:srgbClr val="A64D75"/>
          </a:solidFill>
          <a:ln w="12700">
            <a:solidFill>
              <a:srgbClr val="A6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29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TEKNOLOGI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6473952"/>
            <a:ext cx="10945368" cy="0"/>
          </a:xfrm>
          <a:prstGeom prst="line">
            <a:avLst/>
          </a:prstGeom>
          <a:noFill/>
          <a:ln w="10160">
            <a:solidFill>
              <a:srgbClr val="F0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APLIKASI • JAVA + XML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9692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Dibangun dengan Android Studio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" y="21671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 aplikasi memisahkan logika Java, tampilan XML, dan resource warna serta drawable.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2788920"/>
            <a:ext cx="10561320" cy="512064"/>
          </a:xfrm>
          <a:prstGeom prst="roundRect">
            <a:avLst>
              <a:gd name="adj" fmla="val 39286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2889504"/>
            <a:ext cx="2221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55264" y="2889504"/>
            <a:ext cx="7644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MainActivity, RegisterActivity, HomeActivity, JobDetailActivity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392424"/>
            <a:ext cx="10561320" cy="512064"/>
          </a:xfrm>
          <a:prstGeom prst="roundRect">
            <a:avLst>
              <a:gd name="adj" fmla="val 39286"/>
            </a:avLst>
          </a:prstGeom>
          <a:solidFill>
            <a:srgbClr val="FFF0F5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493008"/>
            <a:ext cx="2221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XML Layout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55264" y="3493008"/>
            <a:ext cx="7644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pendaftaran, beranda, dan detail lowongan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995928"/>
            <a:ext cx="10561320" cy="512064"/>
          </a:xfrm>
          <a:prstGeom prst="roundRect">
            <a:avLst>
              <a:gd name="adj" fmla="val 39286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096512"/>
            <a:ext cx="2221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Drawable &amp; colors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55264" y="4096512"/>
            <a:ext cx="7644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Komponen UI pink pastel dan gaya visual konsisten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4599432"/>
            <a:ext cx="10561320" cy="512064"/>
          </a:xfrm>
          <a:prstGeom prst="roundRect">
            <a:avLst>
              <a:gd name="adj" fmla="val 39286"/>
            </a:avLst>
          </a:prstGeom>
          <a:solidFill>
            <a:srgbClr val="FFF0F5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700016"/>
            <a:ext cx="2221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SharedPreferences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55264" y="4700016"/>
            <a:ext cx="7644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Penyimpanan satu akun demo secara lokal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5202936"/>
            <a:ext cx="10561320" cy="512064"/>
          </a:xfrm>
          <a:prstGeom prst="roundRect">
            <a:avLst>
              <a:gd name="adj" fmla="val 39286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5303520"/>
            <a:ext cx="2221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55264" y="5303520"/>
            <a:ext cx="7644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Konfigurasi build dan pembuatan APK Android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6007608"/>
            <a:ext cx="10588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662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Penyimpanan lokal bukan sistem autentikasi produksi; Firebase/backend menjadi opsi pengembangan.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3072" y="0"/>
            <a:ext cx="1280160" cy="128016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932688" cy="93268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2296" cy="320040"/>
          </a:xfrm>
          <a:prstGeom prst="roundRect">
            <a:avLst>
              <a:gd name="adj" fmla="val 44444"/>
            </a:avLst>
          </a:prstGeom>
          <a:solidFill>
            <a:srgbClr val="A64D75"/>
          </a:solidFill>
          <a:ln w="12700">
            <a:solidFill>
              <a:srgbClr val="A6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29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&amp; UJI COBA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6473952"/>
            <a:ext cx="10945368" cy="0"/>
          </a:xfrm>
          <a:prstGeom prst="line">
            <a:avLst/>
          </a:prstGeom>
          <a:noFill/>
          <a:ln w="10160">
            <a:solidFill>
              <a:srgbClr val="F0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APLIKASI • JAVA + XML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9692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PROTOTIPE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sudah disiapkan?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" y="21671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Kode dan tampilan telah disusun. Pengujian di emulator atau perangkat harus dilakukan sebelum mengklaim aplikasi berfungsi penuh.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2953512"/>
            <a:ext cx="3575304" cy="2295144"/>
          </a:xfrm>
          <a:prstGeom prst="roundRect">
            <a:avLst>
              <a:gd name="adj" fmla="val 8765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3282696"/>
            <a:ext cx="429768" cy="429768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2826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3904488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Disiapkan dalam kode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2688" y="4416552"/>
            <a:ext cx="3099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register, beranda, pencarian, detail, dialog lamaran demo.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62856" y="2953512"/>
            <a:ext cx="3575304" cy="2295144"/>
          </a:xfrm>
          <a:prstGeom prst="roundRect">
            <a:avLst>
              <a:gd name="adj" fmla="val 8765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82312" y="3282696"/>
            <a:ext cx="429768" cy="429768"/>
          </a:xfrm>
          <a:prstGeom prst="ellipse">
            <a:avLst/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32826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82312" y="3904488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Perlu diuji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82312" y="4416552"/>
            <a:ext cx="3099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Navigasi, validasi input, penyimpanan akun, pencarian, build &amp; APK.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2953512"/>
            <a:ext cx="3575304" cy="2295144"/>
          </a:xfrm>
          <a:prstGeom prst="roundRect">
            <a:avLst>
              <a:gd name="adj" fmla="val 8765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1936" y="3282696"/>
            <a:ext cx="429768" cy="429768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4E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1936" y="32826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31936" y="3904488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terintegrasi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31936" y="4416552"/>
            <a:ext cx="3099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Lowongan nyata, pengiriman lamaran, backend, dan autentikasi produksi.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3072" y="0"/>
            <a:ext cx="1280160" cy="128016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97880"/>
            <a:ext cx="932688" cy="932688"/>
          </a:xfrm>
          <a:prstGeom prst="ellipse">
            <a:avLst/>
          </a:prstGeom>
          <a:solidFill>
            <a:srgbClr val="FFF0F5"/>
          </a:solidFill>
          <a:ln w="12700">
            <a:solidFill>
              <a:srgbClr val="FFF0F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82296" cy="320040"/>
          </a:xfrm>
          <a:prstGeom prst="roundRect">
            <a:avLst>
              <a:gd name="adj" fmla="val 44444"/>
            </a:avLst>
          </a:prstGeom>
          <a:solidFill>
            <a:srgbClr val="A64D75"/>
          </a:solidFill>
          <a:ln w="12700">
            <a:solidFill>
              <a:srgbClr val="A6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29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49640" y="347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PENGEMBANGAN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6473952"/>
            <a:ext cx="10945368" cy="0"/>
          </a:xfrm>
          <a:prstGeom prst="line">
            <a:avLst/>
          </a:prstGeom>
          <a:noFill/>
          <a:ln w="10160">
            <a:solidFill>
              <a:srgbClr val="F0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APLIKASI • JAVA + XML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969264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 BERIKUTNYA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prototipe menuju aplikasi nyata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76656" y="2167128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Prioritas pengembangan berfokus pada integrasi data, keamanan akun, dan proses lamaran yang benar-benar berfungsi.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2779776"/>
            <a:ext cx="429768" cy="429768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797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99616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Autentikasi aman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45152" y="2743200"/>
            <a:ext cx="6574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Authentication / backend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78992" y="3218688"/>
            <a:ext cx="0" cy="283464"/>
          </a:xfrm>
          <a:prstGeom prst="line">
            <a:avLst/>
          </a:prstGeom>
          <a:noFill/>
          <a:ln w="25400">
            <a:solidFill>
              <a:srgbClr val="F0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520440"/>
            <a:ext cx="429768" cy="429768"/>
          </a:xfrm>
          <a:prstGeom prst="ellipse">
            <a:avLst/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2044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99616" y="34838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lowongan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45152" y="3483864"/>
            <a:ext cx="6574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perusahaan, posisi, dan status aktif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78992" y="3959352"/>
            <a:ext cx="0" cy="283464"/>
          </a:xfrm>
          <a:prstGeom prst="line">
            <a:avLst/>
          </a:prstGeom>
          <a:noFill/>
          <a:ln w="25400">
            <a:solidFill>
              <a:srgbClr val="F0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261104"/>
            <a:ext cx="429768" cy="429768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26110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99616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Pengajuan lamaran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45152" y="4224528"/>
            <a:ext cx="6574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Form, unggah CV, dan status lamaran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78992" y="4700016"/>
            <a:ext cx="0" cy="283464"/>
          </a:xfrm>
          <a:prstGeom prst="line">
            <a:avLst/>
          </a:prstGeom>
          <a:noFill/>
          <a:ln w="25400">
            <a:solidFill>
              <a:srgbClr val="F0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5001768"/>
            <a:ext cx="429768" cy="429768"/>
          </a:xfrm>
          <a:prstGeom prst="ellipse">
            <a:avLst/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00176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99616" y="4965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Fitur lanjutan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645152" y="4965192"/>
            <a:ext cx="6574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lowongan, filter, dan notifikasi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2743200" cy="2743200"/>
          </a:xfrm>
          <a:prstGeom prst="ellipse">
            <a:avLst/>
          </a:prstGeom>
          <a:solidFill>
            <a:srgbClr val="FAD4E4"/>
          </a:solidFill>
          <a:ln w="12700">
            <a:solidFill>
              <a:srgbClr val="FAD4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06256" y="0"/>
            <a:ext cx="3200400" cy="3200400"/>
          </a:xfrm>
          <a:prstGeom prst="ellipse">
            <a:avLst/>
          </a:prstGeom>
          <a:solidFill>
            <a:srgbClr val="E7D9FA"/>
          </a:solidFill>
          <a:ln w="12700">
            <a:solidFill>
              <a:srgbClr val="E7D9F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892808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LOKER SUCI ♡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892808" y="3090672"/>
            <a:ext cx="8394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837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Temukan peluang. Bangun masa depan.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425696" y="4160520"/>
            <a:ext cx="3337560" cy="54864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4297680"/>
            <a:ext cx="2770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A64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TERIMA KASIH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82112" y="6071616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D7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Presentasi proyek aplikasi Android • Prototipe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LOKER SUCI — Aplikasi Informasi Lowongan Kerja</dc:title>
  <dc:subject>Presentasi proyek aplikasi LOKER SUCI</dc:subject>
  <dc:creator>OpenAI</dc:creator>
  <cp:lastModifiedBy>OpenAI</cp:lastModifiedBy>
  <cp:revision>1</cp:revision>
  <dcterms:created xsi:type="dcterms:W3CDTF">2026-10-19T16:27:21Z</dcterms:created>
  <dcterms:modified xsi:type="dcterms:W3CDTF">2026-10-19T16:27:21Z</dcterms:modified>
</cp:coreProperties>
</file>